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61" r:id="rId6"/>
    <p:sldId id="276" r:id="rId7"/>
    <p:sldId id="284" r:id="rId8"/>
    <p:sldId id="282" r:id="rId9"/>
    <p:sldId id="283" r:id="rId10"/>
    <p:sldId id="285" r:id="rId11"/>
    <p:sldId id="275" r:id="rId12"/>
    <p:sldId id="259" r:id="rId13"/>
    <p:sldId id="257" r:id="rId14"/>
    <p:sldId id="281" r:id="rId15"/>
    <p:sldId id="273" r:id="rId16"/>
    <p:sldId id="271" r:id="rId17"/>
    <p:sldId id="274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6250"/>
    <a:srgbClr val="AE4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C2CB2-0B1E-226B-055F-6C1A3DAA1C15}" v="1" dt="2025-11-25T15:14:41.591"/>
    <p1510:client id="{80487704-9A7A-B75B-6503-FCADB18C47B5}" v="1490" dt="2025-11-26T09:38:54.490"/>
    <p1510:client id="{916FE7FE-65A4-4590-925C-27B13038BC3D}" v="531" dt="2025-11-26T14:15:45.515"/>
    <p1510:client id="{E1389CB9-E100-EE83-8A3C-695307DF0C7B}" v="104" dt="2025-11-25T15:54:06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11" autoAdjust="0"/>
    <p:restoredTop sz="94694"/>
  </p:normalViewPr>
  <p:slideViewPr>
    <p:cSldViewPr snapToGrid="0">
      <p:cViewPr varScale="1">
        <p:scale>
          <a:sx n="106" d="100"/>
          <a:sy n="106" d="100"/>
        </p:scale>
        <p:origin x="216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4B90F-CFED-426F-847E-EDEB6789855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F9764B48-BD54-4846-9EBA-927C298EBEC4}">
      <dgm:prSet phldrT="[Text]" phldr="0"/>
      <dgm:spPr/>
      <dgm:t>
        <a:bodyPr anchor="ctr"/>
        <a:lstStyle/>
        <a:p>
          <a:pPr algn="ctr"/>
          <a:r>
            <a:rPr lang="en-US" dirty="0"/>
            <a:t>Joined </a:t>
          </a:r>
          <a:r>
            <a:rPr lang="en-US" b="1" dirty="0" err="1">
              <a:solidFill>
                <a:schemeClr val="accent2"/>
              </a:solidFill>
            </a:rPr>
            <a:t>GreenCheck</a:t>
          </a:r>
          <a:r>
            <a:rPr lang="en-US" b="1" dirty="0">
              <a:solidFill>
                <a:schemeClr val="accent2"/>
              </a:solidFill>
            </a:rPr>
            <a:t> AI</a:t>
          </a:r>
          <a:endParaRPr lang="en-SG" b="1" dirty="0">
            <a:solidFill>
              <a:schemeClr val="accent2"/>
            </a:solidFill>
          </a:endParaRPr>
        </a:p>
      </dgm:t>
    </dgm:pt>
    <dgm:pt modelId="{EAF9353E-9A29-4182-96C5-AA869616ABF2}" type="parTrans" cxnId="{67EFCFEF-B561-46FE-876E-44F68A55667E}">
      <dgm:prSet/>
      <dgm:spPr/>
      <dgm:t>
        <a:bodyPr/>
        <a:lstStyle/>
        <a:p>
          <a:endParaRPr lang="en-SG"/>
        </a:p>
      </dgm:t>
    </dgm:pt>
    <dgm:pt modelId="{21B18322-2201-4AC6-86EB-14B6013257EF}" type="sibTrans" cxnId="{67EFCFEF-B561-46FE-876E-44F68A55667E}">
      <dgm:prSet/>
      <dgm:spPr/>
      <dgm:t>
        <a:bodyPr/>
        <a:lstStyle/>
        <a:p>
          <a:endParaRPr lang="en-SG"/>
        </a:p>
      </dgm:t>
    </dgm:pt>
    <dgm:pt modelId="{25BE64E7-14C6-4823-A4EE-750A13984464}">
      <dgm:prSet phldrT="[Text]" phldr="0"/>
      <dgm:spPr/>
      <dgm:t>
        <a:bodyPr anchor="ctr"/>
        <a:lstStyle/>
        <a:p>
          <a:r>
            <a:rPr lang="en-US" dirty="0"/>
            <a:t>Joined </a:t>
          </a:r>
          <a:r>
            <a:rPr lang="en-US" b="1" dirty="0">
              <a:solidFill>
                <a:schemeClr val="accent2"/>
              </a:solidFill>
            </a:rPr>
            <a:t>Secondhand Marketplace</a:t>
          </a:r>
          <a:endParaRPr lang="en-SG" b="1" dirty="0">
            <a:solidFill>
              <a:schemeClr val="accent2"/>
            </a:solidFill>
          </a:endParaRPr>
        </a:p>
      </dgm:t>
    </dgm:pt>
    <dgm:pt modelId="{C1642A8E-3EB3-48C9-B748-6DEBD5FD0E20}" type="parTrans" cxnId="{D64374E6-9030-4AC4-844D-585A8C5BBF40}">
      <dgm:prSet/>
      <dgm:spPr/>
      <dgm:t>
        <a:bodyPr/>
        <a:lstStyle/>
        <a:p>
          <a:endParaRPr lang="en-SG"/>
        </a:p>
      </dgm:t>
    </dgm:pt>
    <dgm:pt modelId="{2D104C4C-1B00-44DE-AC01-0044FF8CD5DC}" type="sibTrans" cxnId="{D64374E6-9030-4AC4-844D-585A8C5BBF40}">
      <dgm:prSet/>
      <dgm:spPr/>
      <dgm:t>
        <a:bodyPr/>
        <a:lstStyle/>
        <a:p>
          <a:endParaRPr lang="en-SG"/>
        </a:p>
      </dgm:t>
    </dgm:pt>
    <dgm:pt modelId="{8E769C82-FDAC-417B-92D6-D745F671723B}">
      <dgm:prSet phldrT="[Text]" phldr="0"/>
      <dgm:spPr/>
      <dgm:t>
        <a:bodyPr anchor="ctr"/>
        <a:lstStyle/>
        <a:p>
          <a:r>
            <a:rPr lang="en-US" i="1" dirty="0"/>
            <a:t>Find out issues and risks</a:t>
          </a:r>
          <a:endParaRPr lang="en-SG" i="1" dirty="0"/>
        </a:p>
      </dgm:t>
    </dgm:pt>
    <dgm:pt modelId="{4B5551E6-11D8-4BAD-8514-6BBD29F1D49D}" type="parTrans" cxnId="{B1296214-31F2-471E-AF73-A85D86D9482C}">
      <dgm:prSet/>
      <dgm:spPr/>
      <dgm:t>
        <a:bodyPr/>
        <a:lstStyle/>
        <a:p>
          <a:endParaRPr lang="en-SG"/>
        </a:p>
      </dgm:t>
    </dgm:pt>
    <dgm:pt modelId="{E4C96EAE-9032-4313-AED4-E29C5F2A8F74}" type="sibTrans" cxnId="{B1296214-31F2-471E-AF73-A85D86D9482C}">
      <dgm:prSet/>
      <dgm:spPr/>
      <dgm:t>
        <a:bodyPr/>
        <a:lstStyle/>
        <a:p>
          <a:endParaRPr lang="en-SG"/>
        </a:p>
      </dgm:t>
    </dgm:pt>
    <dgm:pt modelId="{A30328E1-2960-40AB-AB53-72771C635994}">
      <dgm:prSet phldrT="[Text]" phldr="0"/>
      <dgm:spPr/>
      <dgm:t>
        <a:bodyPr anchor="ctr"/>
        <a:lstStyle/>
        <a:p>
          <a:r>
            <a:rPr lang="en-US" i="1" dirty="0"/>
            <a:t>Implementation in progress</a:t>
          </a:r>
          <a:endParaRPr lang="en-SG" i="1" dirty="0"/>
        </a:p>
      </dgm:t>
    </dgm:pt>
    <dgm:pt modelId="{086C01D3-EE58-419F-BA6D-5B4DCE835338}" type="parTrans" cxnId="{ED0A3B13-512F-4925-979D-07781BBAEC29}">
      <dgm:prSet/>
      <dgm:spPr/>
      <dgm:t>
        <a:bodyPr/>
        <a:lstStyle/>
        <a:p>
          <a:endParaRPr lang="en-SG"/>
        </a:p>
      </dgm:t>
    </dgm:pt>
    <dgm:pt modelId="{3BB7E2F8-F4D7-40F7-AD95-C4CEF0114FD9}" type="sibTrans" cxnId="{ED0A3B13-512F-4925-979D-07781BBAEC29}">
      <dgm:prSet/>
      <dgm:spPr/>
      <dgm:t>
        <a:bodyPr/>
        <a:lstStyle/>
        <a:p>
          <a:endParaRPr lang="en-SG"/>
        </a:p>
      </dgm:t>
    </dgm:pt>
    <dgm:pt modelId="{2B142E12-D0C2-4A19-A572-487BF862E990}">
      <dgm:prSet phldrT="[Text]" phldr="0"/>
      <dgm:spPr/>
      <dgm:t>
        <a:bodyPr anchor="ctr"/>
        <a:lstStyle/>
        <a:p>
          <a:r>
            <a:rPr lang="en-US" altLang="ko-KR" i="1" dirty="0"/>
            <a:t>Deciding and choosing new project</a:t>
          </a:r>
          <a:endParaRPr lang="en-SG" i="1" dirty="0"/>
        </a:p>
      </dgm:t>
    </dgm:pt>
    <dgm:pt modelId="{0DC85182-C763-4E58-9ED9-6C21BBE0BA75}" type="sibTrans" cxnId="{3E2B3E4A-6799-49C6-A0E6-B686FCA08E25}">
      <dgm:prSet/>
      <dgm:spPr/>
      <dgm:t>
        <a:bodyPr/>
        <a:lstStyle/>
        <a:p>
          <a:endParaRPr lang="en-SG"/>
        </a:p>
      </dgm:t>
    </dgm:pt>
    <dgm:pt modelId="{7E38ED04-2486-4C77-B170-C59340186002}" type="parTrans" cxnId="{3E2B3E4A-6799-49C6-A0E6-B686FCA08E25}">
      <dgm:prSet/>
      <dgm:spPr/>
      <dgm:t>
        <a:bodyPr/>
        <a:lstStyle/>
        <a:p>
          <a:endParaRPr lang="en-SG"/>
        </a:p>
      </dgm:t>
    </dgm:pt>
    <dgm:pt modelId="{ED78F873-9FD9-4988-B1A2-5EC251D8D3DC}" type="pres">
      <dgm:prSet presAssocID="{6EF4B90F-CFED-426F-847E-EDEB67898557}" presName="Name0" presStyleCnt="0">
        <dgm:presLayoutVars>
          <dgm:dir/>
          <dgm:resizeHandles val="exact"/>
        </dgm:presLayoutVars>
      </dgm:prSet>
      <dgm:spPr/>
    </dgm:pt>
    <dgm:pt modelId="{91143450-81E3-4409-BAF7-F62406AF8B3B}" type="pres">
      <dgm:prSet presAssocID="{6EF4B90F-CFED-426F-847E-EDEB67898557}" presName="arrow" presStyleLbl="bgShp" presStyleIdx="0" presStyleCnt="1"/>
      <dgm:spPr>
        <a:solidFill>
          <a:schemeClr val="accent2">
            <a:lumMod val="60000"/>
            <a:lumOff val="40000"/>
          </a:schemeClr>
        </a:solidFill>
      </dgm:spPr>
    </dgm:pt>
    <dgm:pt modelId="{4C298DC1-D4F4-43C1-B45E-A5BF42C55821}" type="pres">
      <dgm:prSet presAssocID="{6EF4B90F-CFED-426F-847E-EDEB67898557}" presName="points" presStyleCnt="0"/>
      <dgm:spPr/>
    </dgm:pt>
    <dgm:pt modelId="{A541D663-87A9-4847-B6A2-B0AD2D8F93AC}" type="pres">
      <dgm:prSet presAssocID="{F9764B48-BD54-4846-9EBA-927C298EBEC4}" presName="compositeA" presStyleCnt="0"/>
      <dgm:spPr/>
    </dgm:pt>
    <dgm:pt modelId="{82C1D45C-7E3B-4847-B3D4-B9FAD1BE05ED}" type="pres">
      <dgm:prSet presAssocID="{F9764B48-BD54-4846-9EBA-927C298EBEC4}" presName="textA" presStyleLbl="revTx" presStyleIdx="0" presStyleCnt="5">
        <dgm:presLayoutVars>
          <dgm:bulletEnabled val="1"/>
        </dgm:presLayoutVars>
      </dgm:prSet>
      <dgm:spPr/>
    </dgm:pt>
    <dgm:pt modelId="{862C51D9-5C47-48F1-B405-3B22AA4CCDA6}" type="pres">
      <dgm:prSet presAssocID="{F9764B48-BD54-4846-9EBA-927C298EBEC4}" presName="circleA" presStyleLbl="node1" presStyleIdx="0" presStyleCnt="5"/>
      <dgm:spPr>
        <a:solidFill>
          <a:schemeClr val="accent2">
            <a:lumMod val="75000"/>
          </a:schemeClr>
        </a:solidFill>
        <a:ln w="25400">
          <a:solidFill>
            <a:schemeClr val="bg1"/>
          </a:solidFill>
        </a:ln>
      </dgm:spPr>
    </dgm:pt>
    <dgm:pt modelId="{529FC0E3-C694-450E-BDC2-7DE72FD70D90}" type="pres">
      <dgm:prSet presAssocID="{F9764B48-BD54-4846-9EBA-927C298EBEC4}" presName="spaceA" presStyleCnt="0"/>
      <dgm:spPr/>
    </dgm:pt>
    <dgm:pt modelId="{1FE9F59A-55E4-44BE-B7AC-9EF4D8FA7662}" type="pres">
      <dgm:prSet presAssocID="{21B18322-2201-4AC6-86EB-14B6013257EF}" presName="space" presStyleCnt="0"/>
      <dgm:spPr/>
    </dgm:pt>
    <dgm:pt modelId="{08CF230E-DCBB-4C22-9F50-B8A53F75AD7F}" type="pres">
      <dgm:prSet presAssocID="{8E769C82-FDAC-417B-92D6-D745F671723B}" presName="compositeB" presStyleCnt="0"/>
      <dgm:spPr/>
    </dgm:pt>
    <dgm:pt modelId="{0EA2A660-1F59-433D-8D6F-75877F943D45}" type="pres">
      <dgm:prSet presAssocID="{8E769C82-FDAC-417B-92D6-D745F671723B}" presName="textB" presStyleLbl="revTx" presStyleIdx="1" presStyleCnt="5">
        <dgm:presLayoutVars>
          <dgm:bulletEnabled val="1"/>
        </dgm:presLayoutVars>
      </dgm:prSet>
      <dgm:spPr/>
    </dgm:pt>
    <dgm:pt modelId="{3E27716C-D476-493A-B1DE-A80F11AC4158}" type="pres">
      <dgm:prSet presAssocID="{8E769C82-FDAC-417B-92D6-D745F671723B}" presName="circleB" presStyleLbl="node1" presStyleIdx="1" presStyleCnt="5"/>
      <dgm:spPr>
        <a:solidFill>
          <a:schemeClr val="accent2">
            <a:lumMod val="75000"/>
          </a:schemeClr>
        </a:solidFill>
        <a:ln w="25400">
          <a:solidFill>
            <a:schemeClr val="bg1"/>
          </a:solidFill>
        </a:ln>
      </dgm:spPr>
    </dgm:pt>
    <dgm:pt modelId="{EC992C7A-1D3D-4EDC-B1D5-8AD3062E1132}" type="pres">
      <dgm:prSet presAssocID="{8E769C82-FDAC-417B-92D6-D745F671723B}" presName="spaceB" presStyleCnt="0"/>
      <dgm:spPr/>
    </dgm:pt>
    <dgm:pt modelId="{6D2AE6CE-623B-4956-BAF3-1A3AF0F8B0E8}" type="pres">
      <dgm:prSet presAssocID="{E4C96EAE-9032-4313-AED4-E29C5F2A8F74}" presName="space" presStyleCnt="0"/>
      <dgm:spPr/>
    </dgm:pt>
    <dgm:pt modelId="{BB07B370-2AE3-4DB2-A4BB-EA3116EDC65D}" type="pres">
      <dgm:prSet presAssocID="{2B142E12-D0C2-4A19-A572-487BF862E990}" presName="compositeA" presStyleCnt="0"/>
      <dgm:spPr/>
    </dgm:pt>
    <dgm:pt modelId="{23D21F48-9793-4FE2-827A-4F2BE92373D3}" type="pres">
      <dgm:prSet presAssocID="{2B142E12-D0C2-4A19-A572-487BF862E990}" presName="textA" presStyleLbl="revTx" presStyleIdx="2" presStyleCnt="5">
        <dgm:presLayoutVars>
          <dgm:bulletEnabled val="1"/>
        </dgm:presLayoutVars>
      </dgm:prSet>
      <dgm:spPr/>
    </dgm:pt>
    <dgm:pt modelId="{92D5A46E-E498-4AAA-8E70-925C9D7634DB}" type="pres">
      <dgm:prSet presAssocID="{2B142E12-D0C2-4A19-A572-487BF862E990}" presName="circleA" presStyleLbl="node1" presStyleIdx="2" presStyleCnt="5"/>
      <dgm:spPr>
        <a:solidFill>
          <a:schemeClr val="accent2">
            <a:lumMod val="75000"/>
          </a:schemeClr>
        </a:solidFill>
        <a:ln w="25400">
          <a:solidFill>
            <a:schemeClr val="bg1"/>
          </a:solidFill>
        </a:ln>
      </dgm:spPr>
    </dgm:pt>
    <dgm:pt modelId="{C2C691F2-90D6-44F5-89CF-207BA2CFBF93}" type="pres">
      <dgm:prSet presAssocID="{2B142E12-D0C2-4A19-A572-487BF862E990}" presName="spaceA" presStyleCnt="0"/>
      <dgm:spPr/>
    </dgm:pt>
    <dgm:pt modelId="{E8BFFA79-EC89-48D0-8270-81D284AD90EB}" type="pres">
      <dgm:prSet presAssocID="{0DC85182-C763-4E58-9ED9-6C21BBE0BA75}" presName="space" presStyleCnt="0"/>
      <dgm:spPr/>
    </dgm:pt>
    <dgm:pt modelId="{5BCB7748-471F-4C0B-8803-9DF0A7CDAAEA}" type="pres">
      <dgm:prSet presAssocID="{25BE64E7-14C6-4823-A4EE-750A13984464}" presName="compositeB" presStyleCnt="0"/>
      <dgm:spPr/>
    </dgm:pt>
    <dgm:pt modelId="{B4EFFD8B-7E52-46B5-9D64-56918AB5214D}" type="pres">
      <dgm:prSet presAssocID="{25BE64E7-14C6-4823-A4EE-750A13984464}" presName="textB" presStyleLbl="revTx" presStyleIdx="3" presStyleCnt="5">
        <dgm:presLayoutVars>
          <dgm:bulletEnabled val="1"/>
        </dgm:presLayoutVars>
      </dgm:prSet>
      <dgm:spPr/>
    </dgm:pt>
    <dgm:pt modelId="{C3FD9B9F-F911-4413-9156-CDF8222D4C15}" type="pres">
      <dgm:prSet presAssocID="{25BE64E7-14C6-4823-A4EE-750A13984464}" presName="circleB" presStyleLbl="node1" presStyleIdx="3" presStyleCnt="5"/>
      <dgm:spPr>
        <a:solidFill>
          <a:schemeClr val="accent2">
            <a:lumMod val="75000"/>
          </a:schemeClr>
        </a:solidFill>
        <a:ln w="25400">
          <a:solidFill>
            <a:schemeClr val="bg1"/>
          </a:solidFill>
        </a:ln>
      </dgm:spPr>
    </dgm:pt>
    <dgm:pt modelId="{1404E477-67AB-49F6-874A-2F94BA50B9F5}" type="pres">
      <dgm:prSet presAssocID="{25BE64E7-14C6-4823-A4EE-750A13984464}" presName="spaceB" presStyleCnt="0"/>
      <dgm:spPr/>
    </dgm:pt>
    <dgm:pt modelId="{4FB00DEB-8099-4D31-9693-E4FDFB77C4F4}" type="pres">
      <dgm:prSet presAssocID="{2D104C4C-1B00-44DE-AC01-0044FF8CD5DC}" presName="space" presStyleCnt="0"/>
      <dgm:spPr/>
    </dgm:pt>
    <dgm:pt modelId="{8E27E7E7-E337-43D8-891D-71B6EA253B7B}" type="pres">
      <dgm:prSet presAssocID="{A30328E1-2960-40AB-AB53-72771C635994}" presName="compositeA" presStyleCnt="0"/>
      <dgm:spPr/>
    </dgm:pt>
    <dgm:pt modelId="{9DA95A1A-93FC-4488-A56B-675FAC5C93DB}" type="pres">
      <dgm:prSet presAssocID="{A30328E1-2960-40AB-AB53-72771C635994}" presName="textA" presStyleLbl="revTx" presStyleIdx="4" presStyleCnt="5">
        <dgm:presLayoutVars>
          <dgm:bulletEnabled val="1"/>
        </dgm:presLayoutVars>
      </dgm:prSet>
      <dgm:spPr/>
    </dgm:pt>
    <dgm:pt modelId="{E7B520BC-5B0E-4EC6-A1D9-973AAC415C3B}" type="pres">
      <dgm:prSet presAssocID="{A30328E1-2960-40AB-AB53-72771C635994}" presName="circleA" presStyleLbl="node1" presStyleIdx="4" presStyleCnt="5"/>
      <dgm:spPr>
        <a:solidFill>
          <a:srgbClr val="00B050"/>
        </a:solidFill>
        <a:ln w="25400">
          <a:solidFill>
            <a:schemeClr val="bg1"/>
          </a:solidFill>
        </a:ln>
      </dgm:spPr>
    </dgm:pt>
    <dgm:pt modelId="{03708C45-73F0-401B-B9A5-1D51F7E2D267}" type="pres">
      <dgm:prSet presAssocID="{A30328E1-2960-40AB-AB53-72771C635994}" presName="spaceA" presStyleCnt="0"/>
      <dgm:spPr/>
    </dgm:pt>
  </dgm:ptLst>
  <dgm:cxnLst>
    <dgm:cxn modelId="{ED0A3B13-512F-4925-979D-07781BBAEC29}" srcId="{6EF4B90F-CFED-426F-847E-EDEB67898557}" destId="{A30328E1-2960-40AB-AB53-72771C635994}" srcOrd="4" destOrd="0" parTransId="{086C01D3-EE58-419F-BA6D-5B4DCE835338}" sibTransId="{3BB7E2F8-F4D7-40F7-AD95-C4CEF0114FD9}"/>
    <dgm:cxn modelId="{B1296214-31F2-471E-AF73-A85D86D9482C}" srcId="{6EF4B90F-CFED-426F-847E-EDEB67898557}" destId="{8E769C82-FDAC-417B-92D6-D745F671723B}" srcOrd="1" destOrd="0" parTransId="{4B5551E6-11D8-4BAD-8514-6BBD29F1D49D}" sibTransId="{E4C96EAE-9032-4313-AED4-E29C5F2A8F74}"/>
    <dgm:cxn modelId="{35050B2C-641E-4FBE-95A3-4025F615F74C}" type="presOf" srcId="{A30328E1-2960-40AB-AB53-72771C635994}" destId="{9DA95A1A-93FC-4488-A56B-675FAC5C93DB}" srcOrd="0" destOrd="0" presId="urn:microsoft.com/office/officeart/2005/8/layout/hProcess11"/>
    <dgm:cxn modelId="{99CC1841-37D3-4523-AA9D-F135E07025B4}" type="presOf" srcId="{2B142E12-D0C2-4A19-A572-487BF862E990}" destId="{23D21F48-9793-4FE2-827A-4F2BE92373D3}" srcOrd="0" destOrd="0" presId="urn:microsoft.com/office/officeart/2005/8/layout/hProcess11"/>
    <dgm:cxn modelId="{3E2B3E4A-6799-49C6-A0E6-B686FCA08E25}" srcId="{6EF4B90F-CFED-426F-847E-EDEB67898557}" destId="{2B142E12-D0C2-4A19-A572-487BF862E990}" srcOrd="2" destOrd="0" parTransId="{7E38ED04-2486-4C77-B170-C59340186002}" sibTransId="{0DC85182-C763-4E58-9ED9-6C21BBE0BA75}"/>
    <dgm:cxn modelId="{F6462973-0959-4FDB-A1BE-3731E2D04CF6}" type="presOf" srcId="{25BE64E7-14C6-4823-A4EE-750A13984464}" destId="{B4EFFD8B-7E52-46B5-9D64-56918AB5214D}" srcOrd="0" destOrd="0" presId="urn:microsoft.com/office/officeart/2005/8/layout/hProcess11"/>
    <dgm:cxn modelId="{C1670C99-7AAD-459C-AAF6-B0EEAAB02EBD}" type="presOf" srcId="{6EF4B90F-CFED-426F-847E-EDEB67898557}" destId="{ED78F873-9FD9-4988-B1A2-5EC251D8D3DC}" srcOrd="0" destOrd="0" presId="urn:microsoft.com/office/officeart/2005/8/layout/hProcess11"/>
    <dgm:cxn modelId="{568AC9AD-9ADE-45F7-B50C-EF5B298C3D36}" type="presOf" srcId="{8E769C82-FDAC-417B-92D6-D745F671723B}" destId="{0EA2A660-1F59-433D-8D6F-75877F943D45}" srcOrd="0" destOrd="0" presId="urn:microsoft.com/office/officeart/2005/8/layout/hProcess11"/>
    <dgm:cxn modelId="{E1B95FB9-5E47-469C-93D1-0A75490A5DEA}" type="presOf" srcId="{F9764B48-BD54-4846-9EBA-927C298EBEC4}" destId="{82C1D45C-7E3B-4847-B3D4-B9FAD1BE05ED}" srcOrd="0" destOrd="0" presId="urn:microsoft.com/office/officeart/2005/8/layout/hProcess11"/>
    <dgm:cxn modelId="{D64374E6-9030-4AC4-844D-585A8C5BBF40}" srcId="{6EF4B90F-CFED-426F-847E-EDEB67898557}" destId="{25BE64E7-14C6-4823-A4EE-750A13984464}" srcOrd="3" destOrd="0" parTransId="{C1642A8E-3EB3-48C9-B748-6DEBD5FD0E20}" sibTransId="{2D104C4C-1B00-44DE-AC01-0044FF8CD5DC}"/>
    <dgm:cxn modelId="{67EFCFEF-B561-46FE-876E-44F68A55667E}" srcId="{6EF4B90F-CFED-426F-847E-EDEB67898557}" destId="{F9764B48-BD54-4846-9EBA-927C298EBEC4}" srcOrd="0" destOrd="0" parTransId="{EAF9353E-9A29-4182-96C5-AA869616ABF2}" sibTransId="{21B18322-2201-4AC6-86EB-14B6013257EF}"/>
    <dgm:cxn modelId="{8921B0DD-70AC-47F4-B1B6-170FB340B1BD}" type="presParOf" srcId="{ED78F873-9FD9-4988-B1A2-5EC251D8D3DC}" destId="{91143450-81E3-4409-BAF7-F62406AF8B3B}" srcOrd="0" destOrd="0" presId="urn:microsoft.com/office/officeart/2005/8/layout/hProcess11"/>
    <dgm:cxn modelId="{334A9B4E-E074-49EC-A5B9-DD2F6403E836}" type="presParOf" srcId="{ED78F873-9FD9-4988-B1A2-5EC251D8D3DC}" destId="{4C298DC1-D4F4-43C1-B45E-A5BF42C55821}" srcOrd="1" destOrd="0" presId="urn:microsoft.com/office/officeart/2005/8/layout/hProcess11"/>
    <dgm:cxn modelId="{5FDABA9E-9F76-41AD-9047-1B98209B6565}" type="presParOf" srcId="{4C298DC1-D4F4-43C1-B45E-A5BF42C55821}" destId="{A541D663-87A9-4847-B6A2-B0AD2D8F93AC}" srcOrd="0" destOrd="0" presId="urn:microsoft.com/office/officeart/2005/8/layout/hProcess11"/>
    <dgm:cxn modelId="{E43F94F8-7097-4E16-93B5-5E931458BB90}" type="presParOf" srcId="{A541D663-87A9-4847-B6A2-B0AD2D8F93AC}" destId="{82C1D45C-7E3B-4847-B3D4-B9FAD1BE05ED}" srcOrd="0" destOrd="0" presId="urn:microsoft.com/office/officeart/2005/8/layout/hProcess11"/>
    <dgm:cxn modelId="{47816C61-33F4-43AD-8FA5-A93A6264BEAD}" type="presParOf" srcId="{A541D663-87A9-4847-B6A2-B0AD2D8F93AC}" destId="{862C51D9-5C47-48F1-B405-3B22AA4CCDA6}" srcOrd="1" destOrd="0" presId="urn:microsoft.com/office/officeart/2005/8/layout/hProcess11"/>
    <dgm:cxn modelId="{E02245C6-DD61-4FD0-88EF-48F6B63AA450}" type="presParOf" srcId="{A541D663-87A9-4847-B6A2-B0AD2D8F93AC}" destId="{529FC0E3-C694-450E-BDC2-7DE72FD70D90}" srcOrd="2" destOrd="0" presId="urn:microsoft.com/office/officeart/2005/8/layout/hProcess11"/>
    <dgm:cxn modelId="{D4956876-C7DF-4733-B749-842AD116B9DA}" type="presParOf" srcId="{4C298DC1-D4F4-43C1-B45E-A5BF42C55821}" destId="{1FE9F59A-55E4-44BE-B7AC-9EF4D8FA7662}" srcOrd="1" destOrd="0" presId="urn:microsoft.com/office/officeart/2005/8/layout/hProcess11"/>
    <dgm:cxn modelId="{99D69F86-D114-42E4-81DA-29B9FB3D411E}" type="presParOf" srcId="{4C298DC1-D4F4-43C1-B45E-A5BF42C55821}" destId="{08CF230E-DCBB-4C22-9F50-B8A53F75AD7F}" srcOrd="2" destOrd="0" presId="urn:microsoft.com/office/officeart/2005/8/layout/hProcess11"/>
    <dgm:cxn modelId="{DB9EEB53-D889-47AF-A7F6-76D9624A7B46}" type="presParOf" srcId="{08CF230E-DCBB-4C22-9F50-B8A53F75AD7F}" destId="{0EA2A660-1F59-433D-8D6F-75877F943D45}" srcOrd="0" destOrd="0" presId="urn:microsoft.com/office/officeart/2005/8/layout/hProcess11"/>
    <dgm:cxn modelId="{08557B18-408A-4F29-AF14-A1749F919323}" type="presParOf" srcId="{08CF230E-DCBB-4C22-9F50-B8A53F75AD7F}" destId="{3E27716C-D476-493A-B1DE-A80F11AC4158}" srcOrd="1" destOrd="0" presId="urn:microsoft.com/office/officeart/2005/8/layout/hProcess11"/>
    <dgm:cxn modelId="{4BBC3A73-C08E-45EC-8AC3-FACB59034F0C}" type="presParOf" srcId="{08CF230E-DCBB-4C22-9F50-B8A53F75AD7F}" destId="{EC992C7A-1D3D-4EDC-B1D5-8AD3062E1132}" srcOrd="2" destOrd="0" presId="urn:microsoft.com/office/officeart/2005/8/layout/hProcess11"/>
    <dgm:cxn modelId="{7ADA8D21-615D-4FE3-896C-4AFAC1F54BE2}" type="presParOf" srcId="{4C298DC1-D4F4-43C1-B45E-A5BF42C55821}" destId="{6D2AE6CE-623B-4956-BAF3-1A3AF0F8B0E8}" srcOrd="3" destOrd="0" presId="urn:microsoft.com/office/officeart/2005/8/layout/hProcess11"/>
    <dgm:cxn modelId="{68826DE8-F09F-4DA8-940E-0B09F433CE44}" type="presParOf" srcId="{4C298DC1-D4F4-43C1-B45E-A5BF42C55821}" destId="{BB07B370-2AE3-4DB2-A4BB-EA3116EDC65D}" srcOrd="4" destOrd="0" presId="urn:microsoft.com/office/officeart/2005/8/layout/hProcess11"/>
    <dgm:cxn modelId="{0DD4AD91-6318-432E-B819-B45CBA3D33D3}" type="presParOf" srcId="{BB07B370-2AE3-4DB2-A4BB-EA3116EDC65D}" destId="{23D21F48-9793-4FE2-827A-4F2BE92373D3}" srcOrd="0" destOrd="0" presId="urn:microsoft.com/office/officeart/2005/8/layout/hProcess11"/>
    <dgm:cxn modelId="{DB1DB375-2645-4924-8DA6-E79A09AA9F2E}" type="presParOf" srcId="{BB07B370-2AE3-4DB2-A4BB-EA3116EDC65D}" destId="{92D5A46E-E498-4AAA-8E70-925C9D7634DB}" srcOrd="1" destOrd="0" presId="urn:microsoft.com/office/officeart/2005/8/layout/hProcess11"/>
    <dgm:cxn modelId="{3648066A-6900-4BC3-8C3B-EEE12A45853D}" type="presParOf" srcId="{BB07B370-2AE3-4DB2-A4BB-EA3116EDC65D}" destId="{C2C691F2-90D6-44F5-89CF-207BA2CFBF93}" srcOrd="2" destOrd="0" presId="urn:microsoft.com/office/officeart/2005/8/layout/hProcess11"/>
    <dgm:cxn modelId="{C1009483-ADAC-43CF-9DE6-8BC11186E82F}" type="presParOf" srcId="{4C298DC1-D4F4-43C1-B45E-A5BF42C55821}" destId="{E8BFFA79-EC89-48D0-8270-81D284AD90EB}" srcOrd="5" destOrd="0" presId="urn:microsoft.com/office/officeart/2005/8/layout/hProcess11"/>
    <dgm:cxn modelId="{2EEFE708-B2A5-4B83-94F2-25BC13993FC1}" type="presParOf" srcId="{4C298DC1-D4F4-43C1-B45E-A5BF42C55821}" destId="{5BCB7748-471F-4C0B-8803-9DF0A7CDAAEA}" srcOrd="6" destOrd="0" presId="urn:microsoft.com/office/officeart/2005/8/layout/hProcess11"/>
    <dgm:cxn modelId="{8D19462F-C530-407A-BD89-2E82273F300F}" type="presParOf" srcId="{5BCB7748-471F-4C0B-8803-9DF0A7CDAAEA}" destId="{B4EFFD8B-7E52-46B5-9D64-56918AB5214D}" srcOrd="0" destOrd="0" presId="urn:microsoft.com/office/officeart/2005/8/layout/hProcess11"/>
    <dgm:cxn modelId="{64CB13B4-36F0-4971-9DD8-5F5C5126282D}" type="presParOf" srcId="{5BCB7748-471F-4C0B-8803-9DF0A7CDAAEA}" destId="{C3FD9B9F-F911-4413-9156-CDF8222D4C15}" srcOrd="1" destOrd="0" presId="urn:microsoft.com/office/officeart/2005/8/layout/hProcess11"/>
    <dgm:cxn modelId="{9070908C-D1C7-46DD-B52F-0EC320498AFA}" type="presParOf" srcId="{5BCB7748-471F-4C0B-8803-9DF0A7CDAAEA}" destId="{1404E477-67AB-49F6-874A-2F94BA50B9F5}" srcOrd="2" destOrd="0" presId="urn:microsoft.com/office/officeart/2005/8/layout/hProcess11"/>
    <dgm:cxn modelId="{1B4744F1-E625-48E6-A609-6D350D1C0DC9}" type="presParOf" srcId="{4C298DC1-D4F4-43C1-B45E-A5BF42C55821}" destId="{4FB00DEB-8099-4D31-9693-E4FDFB77C4F4}" srcOrd="7" destOrd="0" presId="urn:microsoft.com/office/officeart/2005/8/layout/hProcess11"/>
    <dgm:cxn modelId="{16FAA072-7543-4427-9B99-B76A17C9EC3D}" type="presParOf" srcId="{4C298DC1-D4F4-43C1-B45E-A5BF42C55821}" destId="{8E27E7E7-E337-43D8-891D-71B6EA253B7B}" srcOrd="8" destOrd="0" presId="urn:microsoft.com/office/officeart/2005/8/layout/hProcess11"/>
    <dgm:cxn modelId="{0E341B94-5B88-4372-AF4C-360D266BBC4A}" type="presParOf" srcId="{8E27E7E7-E337-43D8-891D-71B6EA253B7B}" destId="{9DA95A1A-93FC-4488-A56B-675FAC5C93DB}" srcOrd="0" destOrd="0" presId="urn:microsoft.com/office/officeart/2005/8/layout/hProcess11"/>
    <dgm:cxn modelId="{97BCAC58-98EB-45AA-A6B7-3922B936F9C9}" type="presParOf" srcId="{8E27E7E7-E337-43D8-891D-71B6EA253B7B}" destId="{E7B520BC-5B0E-4EC6-A1D9-973AAC415C3B}" srcOrd="1" destOrd="0" presId="urn:microsoft.com/office/officeart/2005/8/layout/hProcess11"/>
    <dgm:cxn modelId="{940FCBFD-38FC-4A6E-95D1-2DE859FAE512}" type="presParOf" srcId="{8E27E7E7-E337-43D8-891D-71B6EA253B7B}" destId="{03708C45-73F0-401B-B9A5-1D51F7E2D26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713D5-D71E-4403-863C-2C153AF5DED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58467058-76BA-476C-992D-B96BCA133A87}">
      <dgm:prSet phldrT="[Text]" phldr="0"/>
      <dgm:spPr/>
      <dgm:t>
        <a:bodyPr/>
        <a:lstStyle/>
        <a:p>
          <a:r>
            <a:rPr lang="en-US"/>
            <a:t>Integrating into a working platform, deciding UI/UX style</a:t>
          </a:r>
          <a:endParaRPr lang="en-SG" dirty="0"/>
        </a:p>
      </dgm:t>
    </dgm:pt>
    <dgm:pt modelId="{F379D006-AE1D-4280-AD4A-A0710C837789}" type="parTrans" cxnId="{42299081-16C4-4E38-8CE6-23FD767520ED}">
      <dgm:prSet/>
      <dgm:spPr/>
      <dgm:t>
        <a:bodyPr/>
        <a:lstStyle/>
        <a:p>
          <a:endParaRPr lang="en-SG"/>
        </a:p>
      </dgm:t>
    </dgm:pt>
    <dgm:pt modelId="{A0F5FA69-A3E5-4933-972E-22830FFD21CA}" type="sibTrans" cxnId="{42299081-16C4-4E38-8CE6-23FD767520ED}">
      <dgm:prSet/>
      <dgm:spPr/>
      <dgm:t>
        <a:bodyPr/>
        <a:lstStyle/>
        <a:p>
          <a:endParaRPr lang="en-SG"/>
        </a:p>
      </dgm:t>
    </dgm:pt>
    <dgm:pt modelId="{85500FBD-55A7-4FB6-93CA-DB8FAFA1877F}">
      <dgm:prSet phldrT="[Text]" phldr="0"/>
      <dgm:spPr/>
      <dgm:t>
        <a:bodyPr/>
        <a:lstStyle/>
        <a:p>
          <a:r>
            <a:rPr lang="en-US"/>
            <a:t>Recommendation engine that records user preferences</a:t>
          </a:r>
          <a:endParaRPr lang="en-SG" dirty="0"/>
        </a:p>
      </dgm:t>
    </dgm:pt>
    <dgm:pt modelId="{20A99087-1D2C-42D5-B2A7-3BAC1D56CE25}" type="parTrans" cxnId="{4CDD9F22-C881-4F25-A8EA-73049F5054A7}">
      <dgm:prSet/>
      <dgm:spPr/>
      <dgm:t>
        <a:bodyPr/>
        <a:lstStyle/>
        <a:p>
          <a:endParaRPr lang="en-SG"/>
        </a:p>
      </dgm:t>
    </dgm:pt>
    <dgm:pt modelId="{6A48C213-D1A9-467F-BE5F-4AF0D809B330}" type="sibTrans" cxnId="{4CDD9F22-C881-4F25-A8EA-73049F5054A7}">
      <dgm:prSet/>
      <dgm:spPr/>
      <dgm:t>
        <a:bodyPr/>
        <a:lstStyle/>
        <a:p>
          <a:endParaRPr lang="en-SG"/>
        </a:p>
      </dgm:t>
    </dgm:pt>
    <dgm:pt modelId="{BA31DC52-C7B0-49F7-90E5-E11409145113}">
      <dgm:prSet phldrT="[Text]" phldr="0"/>
      <dgm:spPr/>
      <dgm:t>
        <a:bodyPr/>
        <a:lstStyle/>
        <a:p>
          <a:r>
            <a:rPr lang="en-US"/>
            <a:t>Gamification of User interactions  with simple interface</a:t>
          </a:r>
          <a:endParaRPr lang="en-SG" dirty="0"/>
        </a:p>
      </dgm:t>
    </dgm:pt>
    <dgm:pt modelId="{1829316B-B0FA-4DFC-B0B1-EABF3C1A8E85}" type="parTrans" cxnId="{7E7913E8-A919-4B80-8EF6-1A5D185E84F6}">
      <dgm:prSet/>
      <dgm:spPr/>
      <dgm:t>
        <a:bodyPr/>
        <a:lstStyle/>
        <a:p>
          <a:endParaRPr lang="en-SG"/>
        </a:p>
      </dgm:t>
    </dgm:pt>
    <dgm:pt modelId="{FF3C7AF2-8922-41B4-AFB6-703E7F1036E4}" type="sibTrans" cxnId="{7E7913E8-A919-4B80-8EF6-1A5D185E84F6}">
      <dgm:prSet/>
      <dgm:spPr/>
      <dgm:t>
        <a:bodyPr/>
        <a:lstStyle/>
        <a:p>
          <a:endParaRPr lang="en-SG"/>
        </a:p>
      </dgm:t>
    </dgm:pt>
    <dgm:pt modelId="{7C582F2F-88DA-4ABA-9616-62C22340F6C7}">
      <dgm:prSet phldrT="[Text]" phldr="0"/>
      <dgm:spPr/>
      <dgm:t>
        <a:bodyPr/>
        <a:lstStyle/>
        <a:p>
          <a:r>
            <a:rPr lang="en-US"/>
            <a:t>Review system for sellers and users to check credibility</a:t>
          </a:r>
          <a:endParaRPr lang="en-SG" dirty="0"/>
        </a:p>
      </dgm:t>
    </dgm:pt>
    <dgm:pt modelId="{2047E9B1-62D5-41B7-ACFD-A95B42637CC1}" type="parTrans" cxnId="{5CEC7169-69EF-4FB7-BCFB-DD9AC4AACF9A}">
      <dgm:prSet/>
      <dgm:spPr/>
      <dgm:t>
        <a:bodyPr/>
        <a:lstStyle/>
        <a:p>
          <a:endParaRPr lang="en-SG"/>
        </a:p>
      </dgm:t>
    </dgm:pt>
    <dgm:pt modelId="{AADDC65C-CCF7-455E-A206-08D01E849865}" type="sibTrans" cxnId="{5CEC7169-69EF-4FB7-BCFB-DD9AC4AACF9A}">
      <dgm:prSet/>
      <dgm:spPr/>
      <dgm:t>
        <a:bodyPr/>
        <a:lstStyle/>
        <a:p>
          <a:endParaRPr lang="en-SG"/>
        </a:p>
      </dgm:t>
    </dgm:pt>
    <dgm:pt modelId="{614A1235-3174-4D83-8048-F8BB2521BFBF}" type="pres">
      <dgm:prSet presAssocID="{CFA713D5-D71E-4403-863C-2C153AF5DED2}" presName="diagram" presStyleCnt="0">
        <dgm:presLayoutVars>
          <dgm:dir/>
          <dgm:resizeHandles val="exact"/>
        </dgm:presLayoutVars>
      </dgm:prSet>
      <dgm:spPr/>
    </dgm:pt>
    <dgm:pt modelId="{49CA615E-B947-478C-8601-058F3B79A385}" type="pres">
      <dgm:prSet presAssocID="{58467058-76BA-476C-992D-B96BCA133A87}" presName="node" presStyleLbl="node1" presStyleIdx="0" presStyleCnt="4">
        <dgm:presLayoutVars>
          <dgm:bulletEnabled val="1"/>
        </dgm:presLayoutVars>
      </dgm:prSet>
      <dgm:spPr/>
    </dgm:pt>
    <dgm:pt modelId="{F4AF7FF2-750D-45ED-B995-D3A73652140A}" type="pres">
      <dgm:prSet presAssocID="{A0F5FA69-A3E5-4933-972E-22830FFD21CA}" presName="sibTrans" presStyleLbl="sibTrans2D1" presStyleIdx="0" presStyleCnt="3"/>
      <dgm:spPr/>
    </dgm:pt>
    <dgm:pt modelId="{B8BCE02C-45BC-4362-8E48-3137395FBADF}" type="pres">
      <dgm:prSet presAssocID="{A0F5FA69-A3E5-4933-972E-22830FFD21CA}" presName="connectorText" presStyleLbl="sibTrans2D1" presStyleIdx="0" presStyleCnt="3"/>
      <dgm:spPr/>
    </dgm:pt>
    <dgm:pt modelId="{94A91CE6-3ED5-4BD3-8B8A-8D60F2425D24}" type="pres">
      <dgm:prSet presAssocID="{85500FBD-55A7-4FB6-93CA-DB8FAFA1877F}" presName="node" presStyleLbl="node1" presStyleIdx="1" presStyleCnt="4">
        <dgm:presLayoutVars>
          <dgm:bulletEnabled val="1"/>
        </dgm:presLayoutVars>
      </dgm:prSet>
      <dgm:spPr/>
    </dgm:pt>
    <dgm:pt modelId="{DF21F456-DAF3-4FC1-8BD4-99BD45902142}" type="pres">
      <dgm:prSet presAssocID="{6A48C213-D1A9-467F-BE5F-4AF0D809B330}" presName="sibTrans" presStyleLbl="sibTrans2D1" presStyleIdx="1" presStyleCnt="3"/>
      <dgm:spPr/>
    </dgm:pt>
    <dgm:pt modelId="{2B8231B7-7917-4EB5-8CCA-9F330426BF9D}" type="pres">
      <dgm:prSet presAssocID="{6A48C213-D1A9-467F-BE5F-4AF0D809B330}" presName="connectorText" presStyleLbl="sibTrans2D1" presStyleIdx="1" presStyleCnt="3"/>
      <dgm:spPr/>
    </dgm:pt>
    <dgm:pt modelId="{230984F2-8CE4-4E61-8A34-E23B1A147BDF}" type="pres">
      <dgm:prSet presAssocID="{BA31DC52-C7B0-49F7-90E5-E11409145113}" presName="node" presStyleLbl="node1" presStyleIdx="2" presStyleCnt="4">
        <dgm:presLayoutVars>
          <dgm:bulletEnabled val="1"/>
        </dgm:presLayoutVars>
      </dgm:prSet>
      <dgm:spPr/>
    </dgm:pt>
    <dgm:pt modelId="{A906A0E4-BA26-4B63-A98A-97D6B65FC3AD}" type="pres">
      <dgm:prSet presAssocID="{FF3C7AF2-8922-41B4-AFB6-703E7F1036E4}" presName="sibTrans" presStyleLbl="sibTrans2D1" presStyleIdx="2" presStyleCnt="3"/>
      <dgm:spPr/>
    </dgm:pt>
    <dgm:pt modelId="{187F64E6-5546-471A-88C8-767C85C000BC}" type="pres">
      <dgm:prSet presAssocID="{FF3C7AF2-8922-41B4-AFB6-703E7F1036E4}" presName="connectorText" presStyleLbl="sibTrans2D1" presStyleIdx="2" presStyleCnt="3"/>
      <dgm:spPr/>
    </dgm:pt>
    <dgm:pt modelId="{AFB6659E-A5E2-483F-9F99-11410E0EFD0A}" type="pres">
      <dgm:prSet presAssocID="{7C582F2F-88DA-4ABA-9616-62C22340F6C7}" presName="node" presStyleLbl="node1" presStyleIdx="3" presStyleCnt="4">
        <dgm:presLayoutVars>
          <dgm:bulletEnabled val="1"/>
        </dgm:presLayoutVars>
      </dgm:prSet>
      <dgm:spPr/>
    </dgm:pt>
  </dgm:ptLst>
  <dgm:cxnLst>
    <dgm:cxn modelId="{4CDD9F22-C881-4F25-A8EA-73049F5054A7}" srcId="{CFA713D5-D71E-4403-863C-2C153AF5DED2}" destId="{85500FBD-55A7-4FB6-93CA-DB8FAFA1877F}" srcOrd="1" destOrd="0" parTransId="{20A99087-1D2C-42D5-B2A7-3BAC1D56CE25}" sibTransId="{6A48C213-D1A9-467F-BE5F-4AF0D809B330}"/>
    <dgm:cxn modelId="{30410A23-94DE-4728-9447-DA765E5076C1}" type="presOf" srcId="{FF3C7AF2-8922-41B4-AFB6-703E7F1036E4}" destId="{187F64E6-5546-471A-88C8-767C85C000BC}" srcOrd="1" destOrd="0" presId="urn:microsoft.com/office/officeart/2005/8/layout/process5"/>
    <dgm:cxn modelId="{ACF1B824-D3CB-4F8C-8BA8-36C3AFA9FD07}" type="presOf" srcId="{58467058-76BA-476C-992D-B96BCA133A87}" destId="{49CA615E-B947-478C-8601-058F3B79A385}" srcOrd="0" destOrd="0" presId="urn:microsoft.com/office/officeart/2005/8/layout/process5"/>
    <dgm:cxn modelId="{DD47C933-17C0-44AD-9F15-3B0FD9EBB8F3}" type="presOf" srcId="{A0F5FA69-A3E5-4933-972E-22830FFD21CA}" destId="{F4AF7FF2-750D-45ED-B995-D3A73652140A}" srcOrd="0" destOrd="0" presId="urn:microsoft.com/office/officeart/2005/8/layout/process5"/>
    <dgm:cxn modelId="{44179063-3DDC-40E2-9C59-75AA07F277DE}" type="presOf" srcId="{7C582F2F-88DA-4ABA-9616-62C22340F6C7}" destId="{AFB6659E-A5E2-483F-9F99-11410E0EFD0A}" srcOrd="0" destOrd="0" presId="urn:microsoft.com/office/officeart/2005/8/layout/process5"/>
    <dgm:cxn modelId="{5CEC7169-69EF-4FB7-BCFB-DD9AC4AACF9A}" srcId="{CFA713D5-D71E-4403-863C-2C153AF5DED2}" destId="{7C582F2F-88DA-4ABA-9616-62C22340F6C7}" srcOrd="3" destOrd="0" parTransId="{2047E9B1-62D5-41B7-ACFD-A95B42637CC1}" sibTransId="{AADDC65C-CCF7-455E-A206-08D01E849865}"/>
    <dgm:cxn modelId="{BF05BD72-D57C-43A0-BE54-05293368EABD}" type="presOf" srcId="{BA31DC52-C7B0-49F7-90E5-E11409145113}" destId="{230984F2-8CE4-4E61-8A34-E23B1A147BDF}" srcOrd="0" destOrd="0" presId="urn:microsoft.com/office/officeart/2005/8/layout/process5"/>
    <dgm:cxn modelId="{42299081-16C4-4E38-8CE6-23FD767520ED}" srcId="{CFA713D5-D71E-4403-863C-2C153AF5DED2}" destId="{58467058-76BA-476C-992D-B96BCA133A87}" srcOrd="0" destOrd="0" parTransId="{F379D006-AE1D-4280-AD4A-A0710C837789}" sibTransId="{A0F5FA69-A3E5-4933-972E-22830FFD21CA}"/>
    <dgm:cxn modelId="{87AEB5B5-BDC5-44D1-8523-3A1A0E3AE4F4}" type="presOf" srcId="{FF3C7AF2-8922-41B4-AFB6-703E7F1036E4}" destId="{A906A0E4-BA26-4B63-A98A-97D6B65FC3AD}" srcOrd="0" destOrd="0" presId="urn:microsoft.com/office/officeart/2005/8/layout/process5"/>
    <dgm:cxn modelId="{DD71B8C6-EC0E-4047-AEF9-46EAA3FD4D46}" type="presOf" srcId="{6A48C213-D1A9-467F-BE5F-4AF0D809B330}" destId="{2B8231B7-7917-4EB5-8CCA-9F330426BF9D}" srcOrd="1" destOrd="0" presId="urn:microsoft.com/office/officeart/2005/8/layout/process5"/>
    <dgm:cxn modelId="{71C8FFD7-C24F-4743-AD7C-C8506D4A5F30}" type="presOf" srcId="{85500FBD-55A7-4FB6-93CA-DB8FAFA1877F}" destId="{94A91CE6-3ED5-4BD3-8B8A-8D60F2425D24}" srcOrd="0" destOrd="0" presId="urn:microsoft.com/office/officeart/2005/8/layout/process5"/>
    <dgm:cxn modelId="{7E7913E8-A919-4B80-8EF6-1A5D185E84F6}" srcId="{CFA713D5-D71E-4403-863C-2C153AF5DED2}" destId="{BA31DC52-C7B0-49F7-90E5-E11409145113}" srcOrd="2" destOrd="0" parTransId="{1829316B-B0FA-4DFC-B0B1-EABF3C1A8E85}" sibTransId="{FF3C7AF2-8922-41B4-AFB6-703E7F1036E4}"/>
    <dgm:cxn modelId="{45D3F9F4-3246-4629-BDEE-6B54F479C879}" type="presOf" srcId="{6A48C213-D1A9-467F-BE5F-4AF0D809B330}" destId="{DF21F456-DAF3-4FC1-8BD4-99BD45902142}" srcOrd="0" destOrd="0" presId="urn:microsoft.com/office/officeart/2005/8/layout/process5"/>
    <dgm:cxn modelId="{2407D5F6-3C88-4F88-AD7C-12F5597C8BCD}" type="presOf" srcId="{A0F5FA69-A3E5-4933-972E-22830FFD21CA}" destId="{B8BCE02C-45BC-4362-8E48-3137395FBADF}" srcOrd="1" destOrd="0" presId="urn:microsoft.com/office/officeart/2005/8/layout/process5"/>
    <dgm:cxn modelId="{BADE54FF-6AEB-4F12-B010-0C7173AD5FC3}" type="presOf" srcId="{CFA713D5-D71E-4403-863C-2C153AF5DED2}" destId="{614A1235-3174-4D83-8048-F8BB2521BFBF}" srcOrd="0" destOrd="0" presId="urn:microsoft.com/office/officeart/2005/8/layout/process5"/>
    <dgm:cxn modelId="{89868106-0AFA-4190-B863-064F602CFBB0}" type="presParOf" srcId="{614A1235-3174-4D83-8048-F8BB2521BFBF}" destId="{49CA615E-B947-478C-8601-058F3B79A385}" srcOrd="0" destOrd="0" presId="urn:microsoft.com/office/officeart/2005/8/layout/process5"/>
    <dgm:cxn modelId="{B948769F-DEBD-4E50-B3F3-368DDCD35F54}" type="presParOf" srcId="{614A1235-3174-4D83-8048-F8BB2521BFBF}" destId="{F4AF7FF2-750D-45ED-B995-D3A73652140A}" srcOrd="1" destOrd="0" presId="urn:microsoft.com/office/officeart/2005/8/layout/process5"/>
    <dgm:cxn modelId="{1FA1D2E1-BEC2-46A3-A8BA-7D51EF40370F}" type="presParOf" srcId="{F4AF7FF2-750D-45ED-B995-D3A73652140A}" destId="{B8BCE02C-45BC-4362-8E48-3137395FBADF}" srcOrd="0" destOrd="0" presId="urn:microsoft.com/office/officeart/2005/8/layout/process5"/>
    <dgm:cxn modelId="{5095AE86-DEC5-4289-B004-E925E2103CDB}" type="presParOf" srcId="{614A1235-3174-4D83-8048-F8BB2521BFBF}" destId="{94A91CE6-3ED5-4BD3-8B8A-8D60F2425D24}" srcOrd="2" destOrd="0" presId="urn:microsoft.com/office/officeart/2005/8/layout/process5"/>
    <dgm:cxn modelId="{1A26C281-E6A9-41E0-B67D-A6B95860A2BE}" type="presParOf" srcId="{614A1235-3174-4D83-8048-F8BB2521BFBF}" destId="{DF21F456-DAF3-4FC1-8BD4-99BD45902142}" srcOrd="3" destOrd="0" presId="urn:microsoft.com/office/officeart/2005/8/layout/process5"/>
    <dgm:cxn modelId="{5BC88F1B-2808-4D11-8204-965178FD43B0}" type="presParOf" srcId="{DF21F456-DAF3-4FC1-8BD4-99BD45902142}" destId="{2B8231B7-7917-4EB5-8CCA-9F330426BF9D}" srcOrd="0" destOrd="0" presId="urn:microsoft.com/office/officeart/2005/8/layout/process5"/>
    <dgm:cxn modelId="{DE6B40BA-9D49-4A33-8433-12B8578561D2}" type="presParOf" srcId="{614A1235-3174-4D83-8048-F8BB2521BFBF}" destId="{230984F2-8CE4-4E61-8A34-E23B1A147BDF}" srcOrd="4" destOrd="0" presId="urn:microsoft.com/office/officeart/2005/8/layout/process5"/>
    <dgm:cxn modelId="{80D02C43-B17A-43C5-8206-2656F699736C}" type="presParOf" srcId="{614A1235-3174-4D83-8048-F8BB2521BFBF}" destId="{A906A0E4-BA26-4B63-A98A-97D6B65FC3AD}" srcOrd="5" destOrd="0" presId="urn:microsoft.com/office/officeart/2005/8/layout/process5"/>
    <dgm:cxn modelId="{1F9CB31A-38C3-42D7-AAB4-AB6ABC811EE9}" type="presParOf" srcId="{A906A0E4-BA26-4B63-A98A-97D6B65FC3AD}" destId="{187F64E6-5546-471A-88C8-767C85C000BC}" srcOrd="0" destOrd="0" presId="urn:microsoft.com/office/officeart/2005/8/layout/process5"/>
    <dgm:cxn modelId="{169805C1-BAEC-4C99-B45A-8C00CA105384}" type="presParOf" srcId="{614A1235-3174-4D83-8048-F8BB2521BFBF}" destId="{AFB6659E-A5E2-483F-9F99-11410E0EFD0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43450-81E3-4409-BAF7-F62406AF8B3B}">
      <dsp:nvSpPr>
        <dsp:cNvPr id="0" name=""/>
        <dsp:cNvSpPr/>
      </dsp:nvSpPr>
      <dsp:spPr>
        <a:xfrm>
          <a:off x="0" y="1301968"/>
          <a:ext cx="10355974" cy="1735958"/>
        </a:xfrm>
        <a:prstGeom prst="notchedRightArrow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1D45C-7E3B-4847-B3D4-B9FAD1BE05ED}">
      <dsp:nvSpPr>
        <dsp:cNvPr id="0" name=""/>
        <dsp:cNvSpPr/>
      </dsp:nvSpPr>
      <dsp:spPr>
        <a:xfrm>
          <a:off x="4095" y="0"/>
          <a:ext cx="1790804" cy="1735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Joined </a:t>
          </a:r>
          <a:r>
            <a:rPr lang="en-US" sz="1700" b="1" kern="1200" dirty="0" err="1">
              <a:solidFill>
                <a:schemeClr val="accent2"/>
              </a:solidFill>
            </a:rPr>
            <a:t>GreenCheck</a:t>
          </a:r>
          <a:r>
            <a:rPr lang="en-US" sz="1700" b="1" kern="1200" dirty="0">
              <a:solidFill>
                <a:schemeClr val="accent2"/>
              </a:solidFill>
            </a:rPr>
            <a:t> AI</a:t>
          </a:r>
          <a:endParaRPr lang="en-SG" sz="1700" b="1" kern="1200" dirty="0">
            <a:solidFill>
              <a:schemeClr val="accent2"/>
            </a:solidFill>
          </a:endParaRPr>
        </a:p>
      </dsp:txBody>
      <dsp:txXfrm>
        <a:off x="4095" y="0"/>
        <a:ext cx="1790804" cy="1735958"/>
      </dsp:txXfrm>
    </dsp:sp>
    <dsp:sp modelId="{862C51D9-5C47-48F1-B405-3B22AA4CCDA6}">
      <dsp:nvSpPr>
        <dsp:cNvPr id="0" name=""/>
        <dsp:cNvSpPr/>
      </dsp:nvSpPr>
      <dsp:spPr>
        <a:xfrm>
          <a:off x="682503" y="1952953"/>
          <a:ext cx="433989" cy="433989"/>
        </a:xfrm>
        <a:prstGeom prst="ellipse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2A660-1F59-433D-8D6F-75877F943D45}">
      <dsp:nvSpPr>
        <dsp:cNvPr id="0" name=""/>
        <dsp:cNvSpPr/>
      </dsp:nvSpPr>
      <dsp:spPr>
        <a:xfrm>
          <a:off x="1884440" y="2603937"/>
          <a:ext cx="1790804" cy="1735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Find out issues and risks</a:t>
          </a:r>
          <a:endParaRPr lang="en-SG" sz="1700" i="1" kern="1200" dirty="0"/>
        </a:p>
      </dsp:txBody>
      <dsp:txXfrm>
        <a:off x="1884440" y="2603937"/>
        <a:ext cx="1790804" cy="1735958"/>
      </dsp:txXfrm>
    </dsp:sp>
    <dsp:sp modelId="{3E27716C-D476-493A-B1DE-A80F11AC4158}">
      <dsp:nvSpPr>
        <dsp:cNvPr id="0" name=""/>
        <dsp:cNvSpPr/>
      </dsp:nvSpPr>
      <dsp:spPr>
        <a:xfrm>
          <a:off x="2562848" y="1952953"/>
          <a:ext cx="433989" cy="433989"/>
        </a:xfrm>
        <a:prstGeom prst="ellipse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21F48-9793-4FE2-827A-4F2BE92373D3}">
      <dsp:nvSpPr>
        <dsp:cNvPr id="0" name=""/>
        <dsp:cNvSpPr/>
      </dsp:nvSpPr>
      <dsp:spPr>
        <a:xfrm>
          <a:off x="3764785" y="0"/>
          <a:ext cx="1790804" cy="1735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i="1" kern="1200" dirty="0"/>
            <a:t>Deciding and choosing new project</a:t>
          </a:r>
          <a:endParaRPr lang="en-SG" sz="1700" i="1" kern="1200" dirty="0"/>
        </a:p>
      </dsp:txBody>
      <dsp:txXfrm>
        <a:off x="3764785" y="0"/>
        <a:ext cx="1790804" cy="1735958"/>
      </dsp:txXfrm>
    </dsp:sp>
    <dsp:sp modelId="{92D5A46E-E498-4AAA-8E70-925C9D7634DB}">
      <dsp:nvSpPr>
        <dsp:cNvPr id="0" name=""/>
        <dsp:cNvSpPr/>
      </dsp:nvSpPr>
      <dsp:spPr>
        <a:xfrm>
          <a:off x="4443193" y="1952953"/>
          <a:ext cx="433989" cy="433989"/>
        </a:xfrm>
        <a:prstGeom prst="ellipse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FFD8B-7E52-46B5-9D64-56918AB5214D}">
      <dsp:nvSpPr>
        <dsp:cNvPr id="0" name=""/>
        <dsp:cNvSpPr/>
      </dsp:nvSpPr>
      <dsp:spPr>
        <a:xfrm>
          <a:off x="5645130" y="2603937"/>
          <a:ext cx="1790804" cy="1735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Joined </a:t>
          </a:r>
          <a:r>
            <a:rPr lang="en-US" sz="1700" b="1" kern="1200" dirty="0">
              <a:solidFill>
                <a:schemeClr val="accent2"/>
              </a:solidFill>
            </a:rPr>
            <a:t>Secondhand Marketplace</a:t>
          </a:r>
          <a:endParaRPr lang="en-SG" sz="1700" b="1" kern="1200" dirty="0">
            <a:solidFill>
              <a:schemeClr val="accent2"/>
            </a:solidFill>
          </a:endParaRPr>
        </a:p>
      </dsp:txBody>
      <dsp:txXfrm>
        <a:off x="5645130" y="2603937"/>
        <a:ext cx="1790804" cy="1735958"/>
      </dsp:txXfrm>
    </dsp:sp>
    <dsp:sp modelId="{C3FD9B9F-F911-4413-9156-CDF8222D4C15}">
      <dsp:nvSpPr>
        <dsp:cNvPr id="0" name=""/>
        <dsp:cNvSpPr/>
      </dsp:nvSpPr>
      <dsp:spPr>
        <a:xfrm>
          <a:off x="6323538" y="1952953"/>
          <a:ext cx="433989" cy="433989"/>
        </a:xfrm>
        <a:prstGeom prst="ellipse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95A1A-93FC-4488-A56B-675FAC5C93DB}">
      <dsp:nvSpPr>
        <dsp:cNvPr id="0" name=""/>
        <dsp:cNvSpPr/>
      </dsp:nvSpPr>
      <dsp:spPr>
        <a:xfrm>
          <a:off x="7525475" y="0"/>
          <a:ext cx="1790804" cy="1735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Implementation in progress</a:t>
          </a:r>
          <a:endParaRPr lang="en-SG" sz="1700" i="1" kern="1200" dirty="0"/>
        </a:p>
      </dsp:txBody>
      <dsp:txXfrm>
        <a:off x="7525475" y="0"/>
        <a:ext cx="1790804" cy="1735958"/>
      </dsp:txXfrm>
    </dsp:sp>
    <dsp:sp modelId="{E7B520BC-5B0E-4EC6-A1D9-973AAC415C3B}">
      <dsp:nvSpPr>
        <dsp:cNvPr id="0" name=""/>
        <dsp:cNvSpPr/>
      </dsp:nvSpPr>
      <dsp:spPr>
        <a:xfrm>
          <a:off x="8203883" y="1952953"/>
          <a:ext cx="433989" cy="433989"/>
        </a:xfrm>
        <a:prstGeom prst="ellipse">
          <a:avLst/>
        </a:prstGeom>
        <a:solidFill>
          <a:srgbClr val="00B050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A615E-B947-478C-8601-058F3B79A385}">
      <dsp:nvSpPr>
        <dsp:cNvPr id="0" name=""/>
        <dsp:cNvSpPr/>
      </dsp:nvSpPr>
      <dsp:spPr>
        <a:xfrm>
          <a:off x="1202" y="793928"/>
          <a:ext cx="2565381" cy="1539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Integrating into a working platform, deciding UI/UX style</a:t>
          </a:r>
          <a:endParaRPr lang="en-SG" sz="2200" kern="1200" dirty="0"/>
        </a:p>
      </dsp:txBody>
      <dsp:txXfrm>
        <a:off x="46284" y="839010"/>
        <a:ext cx="2475217" cy="1449065"/>
      </dsp:txXfrm>
    </dsp:sp>
    <dsp:sp modelId="{F4AF7FF2-750D-45ED-B995-D3A73652140A}">
      <dsp:nvSpPr>
        <dsp:cNvPr id="0" name=""/>
        <dsp:cNvSpPr/>
      </dsp:nvSpPr>
      <dsp:spPr>
        <a:xfrm>
          <a:off x="2792338" y="1245435"/>
          <a:ext cx="543860" cy="636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700" kern="1200"/>
        </a:p>
      </dsp:txBody>
      <dsp:txXfrm>
        <a:off x="2792338" y="1372678"/>
        <a:ext cx="380702" cy="381728"/>
      </dsp:txXfrm>
    </dsp:sp>
    <dsp:sp modelId="{94A91CE6-3ED5-4BD3-8B8A-8D60F2425D24}">
      <dsp:nvSpPr>
        <dsp:cNvPr id="0" name=""/>
        <dsp:cNvSpPr/>
      </dsp:nvSpPr>
      <dsp:spPr>
        <a:xfrm>
          <a:off x="3592737" y="793928"/>
          <a:ext cx="2565381" cy="1539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Recommendation engine that records user preferences</a:t>
          </a:r>
          <a:endParaRPr lang="en-SG" sz="2200" kern="1200" dirty="0"/>
        </a:p>
      </dsp:txBody>
      <dsp:txXfrm>
        <a:off x="3637819" y="839010"/>
        <a:ext cx="2475217" cy="1449065"/>
      </dsp:txXfrm>
    </dsp:sp>
    <dsp:sp modelId="{DF21F456-DAF3-4FC1-8BD4-99BD45902142}">
      <dsp:nvSpPr>
        <dsp:cNvPr id="0" name=""/>
        <dsp:cNvSpPr/>
      </dsp:nvSpPr>
      <dsp:spPr>
        <a:xfrm rot="5400000">
          <a:off x="4603497" y="2512734"/>
          <a:ext cx="543860" cy="636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700" kern="1200"/>
        </a:p>
      </dsp:txBody>
      <dsp:txXfrm rot="-5400000">
        <a:off x="4684563" y="2558911"/>
        <a:ext cx="381728" cy="380702"/>
      </dsp:txXfrm>
    </dsp:sp>
    <dsp:sp modelId="{230984F2-8CE4-4E61-8A34-E23B1A147BDF}">
      <dsp:nvSpPr>
        <dsp:cNvPr id="0" name=""/>
        <dsp:cNvSpPr/>
      </dsp:nvSpPr>
      <dsp:spPr>
        <a:xfrm>
          <a:off x="3592737" y="3359310"/>
          <a:ext cx="2565381" cy="1539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Gamification of User interactions  with simple interface</a:t>
          </a:r>
          <a:endParaRPr lang="en-SG" sz="2200" kern="1200" dirty="0"/>
        </a:p>
      </dsp:txBody>
      <dsp:txXfrm>
        <a:off x="3637819" y="3404392"/>
        <a:ext cx="2475217" cy="1449065"/>
      </dsp:txXfrm>
    </dsp:sp>
    <dsp:sp modelId="{A906A0E4-BA26-4B63-A98A-97D6B65FC3AD}">
      <dsp:nvSpPr>
        <dsp:cNvPr id="0" name=""/>
        <dsp:cNvSpPr/>
      </dsp:nvSpPr>
      <dsp:spPr>
        <a:xfrm rot="10800000">
          <a:off x="2823122" y="3810817"/>
          <a:ext cx="543860" cy="636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700" kern="1200"/>
        </a:p>
      </dsp:txBody>
      <dsp:txXfrm rot="10800000">
        <a:off x="2986280" y="3938060"/>
        <a:ext cx="380702" cy="381728"/>
      </dsp:txXfrm>
    </dsp:sp>
    <dsp:sp modelId="{AFB6659E-A5E2-483F-9F99-11410E0EFD0A}">
      <dsp:nvSpPr>
        <dsp:cNvPr id="0" name=""/>
        <dsp:cNvSpPr/>
      </dsp:nvSpPr>
      <dsp:spPr>
        <a:xfrm>
          <a:off x="1202" y="3359310"/>
          <a:ext cx="2565381" cy="1539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Review system for sellers and users to check credibility</a:t>
          </a:r>
          <a:endParaRPr lang="en-SG" sz="2200" kern="1200" dirty="0"/>
        </a:p>
      </dsp:txBody>
      <dsp:txXfrm>
        <a:off x="46284" y="3404392"/>
        <a:ext cx="2475217" cy="1449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72DC1-559B-4D3B-A8B6-7B843107844B}" type="datetimeFigureOut">
              <a:rPr lang="en-SG" smtClean="0"/>
              <a:t>26/2/26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D71D3-5B7F-4ED4-8001-280DCDDBBC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310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D71D3-5B7F-4ED4-8001-280DCDDBBCE9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063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357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955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127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644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7742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374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080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360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790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304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688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987E7-92FD-4CFE-888A-EA92D0912E48}" type="datetimeFigureOut">
              <a:rPr lang="en-SG" smtClean="0"/>
              <a:t>26/2/26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410DC-53E5-4749-9401-0074E9805A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787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7A4D4-2ABC-811B-2EF1-3AC7474CD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Secondhand Marketplace2 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Beta Release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Pre-</a:t>
            </a:r>
            <a:r>
              <a:rPr lang="en-US" sz="3200" dirty="0" err="1">
                <a:solidFill>
                  <a:srgbClr val="FFFFFF"/>
                </a:solidFill>
              </a:rPr>
              <a:t>GreenCheck</a:t>
            </a:r>
            <a:r>
              <a:rPr lang="en-US" sz="3200" dirty="0">
                <a:solidFill>
                  <a:srgbClr val="FFFFFF"/>
                </a:solidFill>
              </a:rPr>
              <a:t> AI</a:t>
            </a:r>
            <a:endParaRPr lang="en-SG" sz="3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D6E82-C11F-AFAD-9CCB-0D0D9D3E1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Alex Hetherington</a:t>
            </a:r>
          </a:p>
          <a:p>
            <a:r>
              <a:rPr lang="en-US" dirty="0">
                <a:solidFill>
                  <a:srgbClr val="FFFFFF"/>
                </a:solidFill>
              </a:rPr>
              <a:t>Euan Chan </a:t>
            </a:r>
            <a:r>
              <a:rPr lang="en-US" dirty="0" err="1">
                <a:solidFill>
                  <a:srgbClr val="FFFFFF"/>
                </a:solidFill>
              </a:rPr>
              <a:t>XuanXi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Freddie de </a:t>
            </a:r>
            <a:r>
              <a:rPr lang="en-US" dirty="0" err="1">
                <a:solidFill>
                  <a:srgbClr val="FFFFFF"/>
                </a:solidFill>
              </a:rPr>
              <a:t>Bruyn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Jen Lee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21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A06D9-5762-A74C-5EDC-9907ABFB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Journey from previous project to now</a:t>
            </a:r>
            <a:endParaRPr lang="en-SG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50E3C8-DEC0-B248-C2DD-811F46903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191766"/>
              </p:ext>
            </p:extLst>
          </p:nvPr>
        </p:nvGraphicFramePr>
        <p:xfrm>
          <a:off x="916489" y="2150507"/>
          <a:ext cx="10355974" cy="43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492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8B9D9-8A71-A2EB-B6C8-B5ED5BB6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Previous Project: </a:t>
            </a:r>
            <a:r>
              <a:rPr lang="en-US" dirty="0" err="1">
                <a:solidFill>
                  <a:schemeClr val="accent2"/>
                </a:solidFill>
              </a:rPr>
              <a:t>GreenCheck</a:t>
            </a:r>
            <a:r>
              <a:rPr lang="en-US" dirty="0">
                <a:solidFill>
                  <a:schemeClr val="accent2"/>
                </a:solidFill>
              </a:rPr>
              <a:t> AI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3200" dirty="0"/>
              <a:t>Greenwashing detection for Legal Pythia</a:t>
            </a:r>
            <a:endParaRPr lang="en-SG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E6E6-ECDD-24A2-7D66-3B93C638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934014"/>
            <a:ext cx="10515600" cy="46435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2"/>
                </a:solidFill>
              </a:rPr>
              <a:t>Key Issues</a:t>
            </a:r>
            <a:endParaRPr lang="en-GB" sz="2400" dirty="0">
              <a:solidFill>
                <a:schemeClr val="accent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100% of frontend and &gt;50% of backend AI-generated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CTO unable to clearly explain the codebase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Past student work misrepresented as commercial success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4E277380-DA57-1628-15B7-5B5B9E67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24" y="4071191"/>
            <a:ext cx="10537152" cy="22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CCC6B-10A6-6EF1-753F-5ED2BEEA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09BB077-D73E-1C95-3675-BE4B1A4F3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74BA9-04DE-7582-3598-910432D2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Previous Project: </a:t>
            </a:r>
            <a:r>
              <a:rPr lang="en-US" dirty="0" err="1">
                <a:solidFill>
                  <a:schemeClr val="accent2"/>
                </a:solidFill>
              </a:rPr>
              <a:t>GreenCheck</a:t>
            </a:r>
            <a:r>
              <a:rPr lang="en-US" dirty="0">
                <a:solidFill>
                  <a:schemeClr val="accent2"/>
                </a:solidFill>
              </a:rPr>
              <a:t> AI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3200" dirty="0"/>
              <a:t>Greenwashing detection for Legal Pythia</a:t>
            </a:r>
            <a:endParaRPr lang="en-SG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982AB666-0D2A-30B7-4647-566127364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CF94-B15F-7731-57EE-D1704D33D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934014"/>
            <a:ext cx="10515600" cy="46435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2"/>
                </a:solidFill>
              </a:rPr>
              <a:t>The Pivot</a:t>
            </a:r>
            <a:endParaRPr lang="en-GB" sz="2400" dirty="0">
              <a:solidFill>
                <a:schemeClr val="accent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Discontinued the existing codebase following mentor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Pivoted to the </a:t>
            </a:r>
            <a:r>
              <a:rPr lang="en-GB" sz="2400" dirty="0" err="1"/>
              <a:t>Secondhand</a:t>
            </a:r>
            <a:r>
              <a:rPr lang="en-GB" sz="2400" dirty="0"/>
              <a:t> Marketplace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2"/>
                </a:solidFill>
              </a:rPr>
              <a:t>Team Update</a:t>
            </a:r>
            <a:endParaRPr lang="en-GB" sz="2400" dirty="0">
              <a:solidFill>
                <a:schemeClr val="accent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One member departed; one joined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Final team size: 4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700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174A4-D650-8B43-FFB5-79AFB405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18EB69-D509-7A12-7F71-F3204E6B6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800B72-E6E6-4CFD-AD4D-C32A9BB9F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640FE-ECF4-58EB-5D78-58E8E07B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60" y="1396686"/>
            <a:ext cx="427899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Current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Project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sz="4800" i="1" dirty="0">
                <a:solidFill>
                  <a:srgbClr val="92D050"/>
                </a:solidFill>
              </a:rPr>
              <a:t>Context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altLang="ko-KR" dirty="0">
                <a:solidFill>
                  <a:srgbClr val="FFFFFF"/>
                </a:solidFill>
              </a:rPr>
              <a:t>&amp; Vision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6C192CF-11EB-E15C-44F7-163E8210F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C16AC2-18CC-098D-D66E-19E90B395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8F6A-56FE-1EC4-39D9-D775F734E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51" y="1526033"/>
            <a:ext cx="5403978" cy="39352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Marius Jurt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is an individual client </a:t>
            </a:r>
          </a:p>
          <a:p>
            <a:pPr marL="0" indent="0">
              <a:buNone/>
            </a:pPr>
            <a:r>
              <a:rPr lang="en-GB" dirty="0"/>
              <a:t>who aims to address the lack of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trust and engagement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in existing</a:t>
            </a:r>
          </a:p>
          <a:p>
            <a:pPr marL="0" indent="0">
              <a:buNone/>
            </a:pPr>
            <a:r>
              <a:rPr lang="en-GB" dirty="0" err="1"/>
              <a:t>secondhand</a:t>
            </a:r>
            <a:r>
              <a:rPr lang="en-GB" dirty="0"/>
              <a:t> marketplaces</a:t>
            </a:r>
          </a:p>
        </p:txBody>
      </p:sp>
    </p:spTree>
    <p:extLst>
      <p:ext uri="{BB962C8B-B14F-4D97-AF65-F5344CB8AC3E}">
        <p14:creationId xmlns:p14="http://schemas.microsoft.com/office/powerpoint/2010/main" val="190230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E57F-3049-3A0E-0FF9-32E69613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4DC7B8-A4E3-D94B-A513-83BD22825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E7A541-B40D-29AA-FC4D-C5138FFA5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0A2DA-13F2-2A47-F02F-73A32F44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60" y="1396686"/>
            <a:ext cx="427899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Current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Project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Context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altLang="ko-KR" dirty="0">
                <a:solidFill>
                  <a:srgbClr val="FFFFFF"/>
                </a:solidFill>
              </a:rPr>
              <a:t>&amp; </a:t>
            </a:r>
            <a:r>
              <a:rPr lang="en-US" altLang="ko-KR" sz="4800" i="1" dirty="0">
                <a:solidFill>
                  <a:srgbClr val="92D050"/>
                </a:solidFill>
              </a:rPr>
              <a:t>Vision</a:t>
            </a:r>
            <a:endParaRPr lang="en-SG" i="1" dirty="0">
              <a:solidFill>
                <a:srgbClr val="92D05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3DB4B84-B4A2-5BF7-1BE7-12E34DA33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EF4ED9-9590-CD23-CD07-DD3A368DF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43AF-8C22-F1F9-914C-29D13C3C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51" y="1526033"/>
            <a:ext cx="5403978" cy="39352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To build a </a:t>
            </a:r>
            <a:r>
              <a:rPr lang="en-GB" b="1" dirty="0">
                <a:solidFill>
                  <a:schemeClr val="accent2"/>
                </a:solidFill>
              </a:rPr>
              <a:t>trusted, playful marketplace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where users </a:t>
            </a:r>
            <a:r>
              <a:rPr lang="en-GB" b="1" dirty="0">
                <a:solidFill>
                  <a:schemeClr val="accent2"/>
                </a:solidFill>
              </a:rPr>
              <a:t>trade confidently</a:t>
            </a:r>
            <a:r>
              <a:rPr lang="en-GB" dirty="0">
                <a:solidFill>
                  <a:schemeClr val="accent2"/>
                </a:solidFill>
              </a:rPr>
              <a:t> and </a:t>
            </a:r>
            <a:r>
              <a:rPr lang="en-GB" b="1" dirty="0">
                <a:solidFill>
                  <a:schemeClr val="accent2"/>
                </a:solidFill>
              </a:rPr>
              <a:t>build credibility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554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9C097-2D38-7C0B-BE5E-782C5D3E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486344-0F19-2284-524C-F3A4225C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F2E177F-7941-89C8-80AD-E286C55E3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F793F-01D3-A3CD-74E5-6F58D52B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User stories</a:t>
            </a:r>
            <a:endParaRPr lang="en-SG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72E7-7C21-FB71-0C2A-3476B4702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95" y="2313364"/>
            <a:ext cx="10699561" cy="4143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2"/>
                </a:solidFill>
              </a:rPr>
              <a:t>Buyer</a:t>
            </a:r>
            <a:endParaRPr lang="en-GB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GB" sz="2400" dirty="0"/>
              <a:t>Seek an engaging and interactive second-hand shopping experience with item recommendations and access to seller reviews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Partially implemented: Marketplace UI &amp; Explore page (Tinder-style suggestions), Liked Items list</a:t>
            </a:r>
          </a:p>
          <a:p>
            <a:pPr marL="0" indent="0">
              <a:buNone/>
            </a:pPr>
            <a:br>
              <a:rPr lang="en-GB" sz="2400" dirty="0"/>
            </a:br>
            <a:r>
              <a:rPr lang="en-GB" sz="2400" b="1" dirty="0">
                <a:solidFill>
                  <a:schemeClr val="accent2"/>
                </a:solidFill>
              </a:rPr>
              <a:t>Seller</a:t>
            </a:r>
          </a:p>
          <a:p>
            <a:pPr marL="0" indent="0">
              <a:buNone/>
            </a:pPr>
            <a:r>
              <a:rPr lang="en-GB" sz="2400" dirty="0"/>
              <a:t>Require a straightforward method to list items and reach the appropriate audience, encouraging community participation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Partially implemented: Selling items functionality; My Listings page planned</a:t>
            </a:r>
          </a:p>
        </p:txBody>
      </p:sp>
    </p:spTree>
    <p:extLst>
      <p:ext uri="{BB962C8B-B14F-4D97-AF65-F5344CB8AC3E}">
        <p14:creationId xmlns:p14="http://schemas.microsoft.com/office/powerpoint/2010/main" val="154473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44543-00E1-6E62-1653-989A3294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Tech Stack Diagram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309CC9E3-00B6-1B67-0821-3AEE8288B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272" y="975091"/>
            <a:ext cx="7614357" cy="4818124"/>
          </a:xfrm>
        </p:spPr>
      </p:pic>
    </p:spTree>
    <p:extLst>
      <p:ext uri="{BB962C8B-B14F-4D97-AF65-F5344CB8AC3E}">
        <p14:creationId xmlns:p14="http://schemas.microsoft.com/office/powerpoint/2010/main" val="225201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DB4C3-EAB9-EFA6-0C4A-EF167509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37" y="1298448"/>
            <a:ext cx="5895178" cy="40996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Main i</a:t>
            </a:r>
            <a:r>
              <a:rPr lang="en-US" sz="6600" dirty="0">
                <a:solidFill>
                  <a:srgbClr val="FFFFFF"/>
                </a:solidFill>
              </a:rPr>
              <a:t>deas of the product :</a:t>
            </a:r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B25D-F23C-89F2-B470-6B35F9595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8036" y="1128541"/>
            <a:ext cx="3924852" cy="42695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 studies : </a:t>
            </a:r>
          </a:p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Revolut – Smooth and simple UI</a:t>
            </a:r>
          </a:p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Duolingo – Gamification of interactions </a:t>
            </a:r>
          </a:p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Airbnb – review system</a:t>
            </a:r>
          </a:p>
          <a:p>
            <a:r>
              <a:rPr lang="en-US" sz="2400" dirty="0"/>
              <a:t>YouTube – Recommendation engine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35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9D052-9C06-62E2-2AFF-D8881E4E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00" y="17221"/>
            <a:ext cx="4647600" cy="139606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Frontend Demo</a:t>
            </a:r>
            <a:endParaRPr lang="en-SG" sz="5400" dirty="0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4561512C-8BD2-11C0-BD95-4E1D28EA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17" y="1416000"/>
            <a:ext cx="2176366" cy="4758000"/>
          </a:xfrm>
          <a:prstGeom prst="rect">
            <a:avLst/>
          </a:prstGeom>
        </p:spPr>
      </p:pic>
      <p:pic>
        <p:nvPicPr>
          <p:cNvPr id="5" name="Picture 4" descr="A white and pink sweatshirt on a swinger&#10;&#10;AI-generated content may be incorrect.">
            <a:extLst>
              <a:ext uri="{FF2B5EF4-FFF2-40B4-BE49-F238E27FC236}">
                <a16:creationId xmlns:a16="http://schemas.microsoft.com/office/drawing/2014/main" id="{A8426B9A-2B89-161B-A412-5CD54FE2B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17" y="336000"/>
            <a:ext cx="2692366" cy="583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76A02A-C36F-CFE1-C3DB-C24714AE5A1C}"/>
              </a:ext>
            </a:extLst>
          </p:cNvPr>
          <p:cNvSpPr txBox="1"/>
          <p:nvPr/>
        </p:nvSpPr>
        <p:spPr>
          <a:xfrm>
            <a:off x="886264" y="6173900"/>
            <a:ext cx="181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Marketplace Tab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4F9D7-7337-7677-F7F1-592907BBAAAE}"/>
              </a:ext>
            </a:extLst>
          </p:cNvPr>
          <p:cNvSpPr txBox="1"/>
          <p:nvPr/>
        </p:nvSpPr>
        <p:spPr>
          <a:xfrm>
            <a:off x="6538264" y="6173899"/>
            <a:ext cx="181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Item Listing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CF0C4-3326-19EF-704E-D3027F7452BD}"/>
              </a:ext>
            </a:extLst>
          </p:cNvPr>
          <p:cNvSpPr txBox="1"/>
          <p:nvPr/>
        </p:nvSpPr>
        <p:spPr>
          <a:xfrm>
            <a:off x="2883510" y="2344267"/>
            <a:ext cx="294631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Features: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GB"/>
              <a:t>Search Bar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Seller's profile and rating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Image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Listing name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Abbreviated listing description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Price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Haptics for listings and search bar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C03D42-B234-1887-7BED-3FE96AF1F99B}"/>
              </a:ext>
            </a:extLst>
          </p:cNvPr>
          <p:cNvSpPr txBox="1"/>
          <p:nvPr/>
        </p:nvSpPr>
        <p:spPr>
          <a:xfrm>
            <a:off x="8788264" y="2345899"/>
            <a:ext cx="3055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Features: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GB"/>
              <a:t>Seller's Profile including approximate location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Listing image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Listing name 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Full description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Price including price with postage 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Buy and Sell buttons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Haptics for buy and sell buttons</a:t>
            </a:r>
          </a:p>
        </p:txBody>
      </p:sp>
    </p:spTree>
    <p:extLst>
      <p:ext uri="{BB962C8B-B14F-4D97-AF65-F5344CB8AC3E}">
        <p14:creationId xmlns:p14="http://schemas.microsoft.com/office/powerpoint/2010/main" val="284960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074D3-DA15-7278-27F3-37552F9E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/>
              <a:t>Prototype</a:t>
            </a:r>
            <a:r>
              <a:rPr lang="en-US" sz="5000" kern="1200">
                <a:latin typeface="+mj-lt"/>
                <a:ea typeface="+mj-ea"/>
                <a:cs typeface="+mj-cs"/>
              </a:rPr>
              <a:t> Idea: Swip</a:t>
            </a:r>
            <a:r>
              <a:rPr lang="en-US" sz="5000" dirty="0"/>
              <a:t>e and</a:t>
            </a:r>
            <a:r>
              <a:rPr lang="en-US" sz="5000" kern="1200">
                <a:latin typeface="+mj-lt"/>
                <a:ea typeface="+mj-ea"/>
                <a:cs typeface="+mj-cs"/>
              </a:rPr>
              <a:t> Explore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4471B-CD0E-BA77-08D2-ED6A7DDC883E}"/>
              </a:ext>
            </a:extLst>
          </p:cNvPr>
          <p:cNvSpPr txBox="1"/>
          <p:nvPr/>
        </p:nvSpPr>
        <p:spPr>
          <a:xfrm>
            <a:off x="636623" y="2490307"/>
            <a:ext cx="5637753" cy="35478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Key Ideas: 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Keep the interaction with the user as simple as possible.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User is given a personalised feed of listings.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Only essential information about the listing shown (price &amp; image).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When the user likes a listing, it will be added to their liked items which they can then review later. 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Content Placeholder 3" descr="A blue bicycle leaning against a wall&#10;&#10;AI-generated content may be incorrect.">
            <a:extLst>
              <a:ext uri="{FF2B5EF4-FFF2-40B4-BE49-F238E27FC236}">
                <a16:creationId xmlns:a16="http://schemas.microsoft.com/office/drawing/2014/main" id="{A897514D-87CE-D09B-4C10-671FF5DF2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5629" y="640080"/>
            <a:ext cx="256580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4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13F78-305C-8130-D5B9-6B99D595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36" y="1198418"/>
            <a:ext cx="3480438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Product Future  Roadmap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AB3BDAB-28FB-6F59-6FDD-49404AA57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892146"/>
              </p:ext>
            </p:extLst>
          </p:nvPr>
        </p:nvGraphicFramePr>
        <p:xfrm>
          <a:off x="5108446" y="413363"/>
          <a:ext cx="6159322" cy="5692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970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0152F7-4472-46CA-31B0-261FE827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Process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512B-6713-27DD-D4E7-B1FDB0D9F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dirty="0"/>
              <a:t>We meet every week in person to discuss about what needs to be done and allocate workload to everyone. </a:t>
            </a:r>
            <a:r>
              <a:rPr lang="en-US"/>
              <a:t>We take guidance from our mentor for how to do this most effectively, ensuring each member has neither too much nor too little work.</a:t>
            </a:r>
            <a:endParaRPr lang="en-US" dirty="0"/>
          </a:p>
          <a:p>
            <a:r>
              <a:rPr lang="en-US" dirty="0"/>
              <a:t>The current project manager is Alex, </a:t>
            </a:r>
            <a:r>
              <a:rPr lang="en-US"/>
              <a:t>regularly checking</a:t>
            </a:r>
            <a:r>
              <a:rPr lang="en-US" dirty="0"/>
              <a:t> on everyone’s progress and decide what should be prioritized for this period. </a:t>
            </a:r>
          </a:p>
          <a:p>
            <a:r>
              <a:rPr lang="en-US" dirty="0"/>
              <a:t>Communication: We constantly check with client with our updated progress and ask for feedback. We also inform each other within the team to ensure workloads / meetings can be adjusted to achieve goal in a reasonable way. </a:t>
            </a:r>
          </a:p>
        </p:txBody>
      </p:sp>
    </p:spTree>
    <p:extLst>
      <p:ext uri="{BB962C8B-B14F-4D97-AF65-F5344CB8AC3E}">
        <p14:creationId xmlns:p14="http://schemas.microsoft.com/office/powerpoint/2010/main" val="5643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2CB0F-46BA-E951-EED4-5177BD64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336" y="1112969"/>
            <a:ext cx="3748788" cy="41660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Future Project Management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657AD-D1C8-6435-5F1E-A652460B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320" y="820880"/>
            <a:ext cx="5462134" cy="4889350"/>
          </a:xfrm>
        </p:spPr>
        <p:txBody>
          <a:bodyPr anchor="ctr">
            <a:normAutofit/>
          </a:bodyPr>
          <a:lstStyle/>
          <a:p>
            <a:r>
              <a:rPr lang="en-US" dirty="0"/>
              <a:t>Rotating Project managers and rotating frontend/backend roles</a:t>
            </a:r>
          </a:p>
          <a:p>
            <a:r>
              <a:rPr lang="en-US" dirty="0"/>
              <a:t>Define concrete end goals from the start and break it down into smaller goals for each stage</a:t>
            </a:r>
          </a:p>
          <a:p>
            <a:r>
              <a:rPr lang="en-US" dirty="0"/>
              <a:t>Using more tests and CI/CD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41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5B5E8-AE2B-935A-688F-352CB44B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0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B609B1048A5941BB6E67A4E722FE67" ma:contentTypeVersion="6" ma:contentTypeDescription="Create a new document." ma:contentTypeScope="" ma:versionID="87e3e45ba2504120bc5285bfb23f1388">
  <xsd:schema xmlns:xsd="http://www.w3.org/2001/XMLSchema" xmlns:xs="http://www.w3.org/2001/XMLSchema" xmlns:p="http://schemas.microsoft.com/office/2006/metadata/properties" xmlns:ns3="c1fde8e6-15e9-4f57-b0de-d5c723ae8024" targetNamespace="http://schemas.microsoft.com/office/2006/metadata/properties" ma:root="true" ma:fieldsID="ff33f37fcc63b23bedc694004e578c5e" ns3:_="">
    <xsd:import namespace="c1fde8e6-15e9-4f57-b0de-d5c723ae802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e8e6-15e9-4f57-b0de-d5c723ae802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fde8e6-15e9-4f57-b0de-d5c723ae8024" xsi:nil="true"/>
  </documentManagement>
</p:properties>
</file>

<file path=customXml/itemProps1.xml><?xml version="1.0" encoding="utf-8"?>
<ds:datastoreItem xmlns:ds="http://schemas.openxmlformats.org/officeDocument/2006/customXml" ds:itemID="{0FCFADCB-BD7E-4A38-9697-53145B3FFD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de8e6-15e9-4f57-b0de-d5c723ae80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06F43-159A-45E5-986E-F5ECAD93EF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D71B93-BB41-4669-9796-02AE32C06301}">
  <ds:schemaRefs>
    <ds:schemaRef ds:uri="c1fde8e6-15e9-4f57-b0de-d5c723ae8024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7623</TotalTime>
  <Words>558</Words>
  <Application>Microsoft Macintosh PowerPoint</Application>
  <PresentationFormat>Widescreen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Secondhand Marketplace2  Beta Release Pre-GreenCheck AI</vt:lpstr>
      <vt:lpstr>Journey from previous project to now</vt:lpstr>
      <vt:lpstr>Previous Project: GreenCheck AI Greenwashing detection for Legal Pythia</vt:lpstr>
      <vt:lpstr>Previous Project: GreenCheck AI Greenwashing detection for Legal Pythia</vt:lpstr>
      <vt:lpstr>Current Project Context &amp; Vision</vt:lpstr>
      <vt:lpstr>Current Project Context &amp; Vision</vt:lpstr>
      <vt:lpstr>User stories</vt:lpstr>
      <vt:lpstr>Tech Stack Diagram</vt:lpstr>
      <vt:lpstr>Main ideas of the product : </vt:lpstr>
      <vt:lpstr>Frontend Demo</vt:lpstr>
      <vt:lpstr>Prototype Idea: Swipe and Explore</vt:lpstr>
      <vt:lpstr>Product Future  Roadmap</vt:lpstr>
      <vt:lpstr>Process</vt:lpstr>
      <vt:lpstr>Future Project Management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Euan Chan</dc:creator>
  <cp:lastModifiedBy>Jen Lee</cp:lastModifiedBy>
  <cp:revision>5</cp:revision>
  <dcterms:created xsi:type="dcterms:W3CDTF">2025-11-19T13:10:26Z</dcterms:created>
  <dcterms:modified xsi:type="dcterms:W3CDTF">2026-03-02T16:01:15Z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0x01010005B609B1048A5941BB6E67A4E722FE67</vt:lpwstr>
  </property>
</Properties>
</file>